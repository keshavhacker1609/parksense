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Kesha/Desktop/gridlock/docs/screenshots/01_command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0">
              <a:alpha val="6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3886200"/>
            <a:ext cx="12191695" cy="2971800"/>
          </a:xfrm>
          <a:prstGeom prst="rect">
            <a:avLst/>
          </a:prstGeom>
          <a:solidFill>
            <a:srgbClr val="0D1013">
              <a:alpha val="88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4160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spc="100" kern="0" dirty="0">
                <a:solidFill>
                  <a:srgbClr val="E8EDF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PARKSENSE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658368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8A1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Congestion Impact Scoring for Targeted Parking Enforcement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8368" y="5486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Turning 298,450 Bengaluru parking-violation records into a ranked enforcement decision tool.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B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Flipkart Gridlock 2.0  ·  Theme: Poor Visibility on Parking-Induced Congestion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Detection is solved. Prioritisation isn't.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violation in this dataset is already detected and labelled.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8A1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command centre cannot act on 298k dots on a map.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4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needs to know which locations do the most damage to traffic flow — and where enforcement effort fails to match that damage.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F7B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statement asks to “quantify impact on traffic flow to enable targeted enforcement.” That quantification is the product.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12280" y="1783080"/>
            <a:ext cx="4709160" cy="1234440"/>
          </a:xfrm>
          <a:prstGeom prst="roundRect">
            <a:avLst>
              <a:gd name="adj" fmla="val 4444"/>
            </a:avLst>
          </a:prstGeom>
          <a:solidFill>
            <a:srgbClr val="161C22"/>
          </a:solidFill>
          <a:ln w="12700">
            <a:solidFill>
              <a:srgbClr val="2C35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189280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A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298,450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059168" y="262432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analysed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12280" y="3200400"/>
            <a:ext cx="4709160" cy="1234440"/>
          </a:xfrm>
          <a:prstGeom prst="roundRect">
            <a:avLst>
              <a:gd name="adj" fmla="val 4444"/>
            </a:avLst>
          </a:prstGeom>
          <a:solidFill>
            <a:srgbClr val="161C22"/>
          </a:solidFill>
          <a:ln w="12700">
            <a:solidFill>
              <a:srgbClr val="2C35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331012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A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348,455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7059168" y="404164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violations (multi-label, exploded)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12280" y="4617720"/>
            <a:ext cx="4709160" cy="1234440"/>
          </a:xfrm>
          <a:prstGeom prst="roundRect">
            <a:avLst>
              <a:gd name="adj" fmla="val 4444"/>
            </a:avLst>
          </a:prstGeom>
          <a:solidFill>
            <a:srgbClr val="161C22"/>
          </a:solidFill>
          <a:ln w="12700">
            <a:solidFill>
              <a:srgbClr val="2C35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472744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A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2,534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7059168" y="545896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H3 impact cells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computed instruments, one action list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298448"/>
          </a:xfrm>
          <a:prstGeom prst="roundRect">
            <a:avLst>
              <a:gd name="adj" fmla="val 4225"/>
            </a:avLst>
          </a:prstGeom>
          <a:solidFill>
            <a:srgbClr val="161C22"/>
          </a:solidFill>
          <a:ln w="12700">
            <a:solidFill>
              <a:srgbClr val="2C35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84832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CB5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103120" y="20116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Congestion Impact Score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103120" y="2432304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4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transparent per-cell score that weights what the violation is, not just how many — severity, vehicle footprint, density, persistence and peak pressure.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310128"/>
            <a:ext cx="10881360" cy="1298448"/>
          </a:xfrm>
          <a:prstGeom prst="roundRect">
            <a:avLst>
              <a:gd name="adj" fmla="val 4225"/>
            </a:avLst>
          </a:prstGeom>
          <a:solidFill>
            <a:srgbClr val="161C22"/>
          </a:solidFill>
          <a:ln w="12700">
            <a:solidFill>
              <a:srgbClr val="2C35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56616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6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103120" y="349300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Enforcement Efficiency Gap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103120" y="391363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4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vs. enforcement performance per station. Surfaces the high-impact, under-enforced zones — the single most actionable insight.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791456"/>
            <a:ext cx="10881360" cy="1298448"/>
          </a:xfrm>
          <a:prstGeom prst="roundRect">
            <a:avLst>
              <a:gd name="adj" fmla="val 4225"/>
            </a:avLst>
          </a:prstGeom>
          <a:solidFill>
            <a:srgbClr val="161C22"/>
          </a:solidFill>
          <a:ln w="12700">
            <a:solidFill>
              <a:srgbClr val="2C35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047488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3C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103120" y="4974336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Hotspot Forecasting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103120" y="5394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4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backtested per-cell LightGBM model on lag, calendar and spatial-neighbour features. Reports its naïve baseline, so the gain is never overstated.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 01 · CONGESTION IMPACT SCORE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principled score, not a black box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577840" cy="685800"/>
          </a:xfrm>
          <a:prstGeom prst="roundRect">
            <a:avLst>
              <a:gd name="adj" fmla="val 6667"/>
            </a:avLst>
          </a:prstGeom>
          <a:solidFill>
            <a:srgbClr val="12171C"/>
          </a:solidFill>
          <a:ln w="12700">
            <a:solidFill>
              <a:srgbClr val="2C35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EC9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 = (Σ wᵢ·componentᵢ / Σw) · 100 · n/(n+k)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2697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Severity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11880" y="2697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footpath / main-road obstruction ≫ no-parking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32644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2644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Vehicle footprint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32644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bus or LGV consumes far more carriageway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383133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83133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Density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383133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volume per cell (log-compressed)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439826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439826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Persistence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11880" y="439826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chronic cells vs. one-off events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496519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4965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Peak pressure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11880" y="49651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 in data-derived peak windows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562356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F7B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recurrence-confidence factor n/(n+k) stops a single high-severity one-off from ranking beside a chronic hotspot. Every component is shown on hover.</a:t>
            </a:r>
            <a:endParaRPr lang="en-US" sz="1200" dirty="0"/>
          </a:p>
        </p:txBody>
      </p:sp>
      <p:pic>
        <p:nvPicPr>
          <p:cNvPr id="22" name="Image 0" descr="C:/Users/Kesha/Desktop/gridlock/docs/screenshots/02_cis_breakdow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1783080"/>
            <a:ext cx="5074920" cy="285292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446520" y="470916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7B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component breakdown for a selected cell — auditable in one glance.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69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 02 · ENFORCEMENT EFFICIENCY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impact and enforcement diverge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4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every police station we compare congestion impact against enforcement performance (cases processed and turnaround speed), then rank the divergence.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0881360" cy="2240280"/>
          </a:xfrm>
          <a:prstGeom prst="roundRect">
            <a:avLst>
              <a:gd name="adj" fmla="val 2449"/>
            </a:avLst>
          </a:prstGeom>
          <a:solidFill>
            <a:srgbClr val="161C22"/>
          </a:solidFill>
          <a:ln w="15875">
            <a:solidFill>
              <a:srgbClr val="E8A1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718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WORKED EXAMPLE — HAL OLD AIRPORT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A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94th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50976" y="4343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4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percentile for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4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congestion impact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342900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43C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27th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17136" y="4343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4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percentile for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4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enforcement performance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342900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0.68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083296" y="4343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4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enforcement gap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4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(impact − performance)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2120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F7B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“This zone ranks near the top for impact but near the bottom for enforcement.”  The product flags 18 such under-enforced stations — a ready-made patrol-reallocation list.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3C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 03 · HOTSPOT FORECASTING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Accurate — and honestly reported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4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daily per-cell LightGBM model (Tweedie objective) on lag, rolling, calendar and H3 ring-1 neighbour features. Validated on a held-out final 21 days — the model never sees the test window.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0" y="1783080"/>
            <a:ext cx="4937760" cy="1280160"/>
          </a:xfrm>
          <a:prstGeom prst="roundRect">
            <a:avLst>
              <a:gd name="adj" fmla="val 4286"/>
            </a:avLst>
          </a:prstGeom>
          <a:solidFill>
            <a:srgbClr val="161C22"/>
          </a:solidFill>
          <a:ln w="12700">
            <a:solidFill>
              <a:srgbClr val="2C35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12280" y="19202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3.77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0" y="2103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MAE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3246120"/>
            <a:ext cx="4937760" cy="1280160"/>
          </a:xfrm>
          <a:prstGeom prst="roundRect">
            <a:avLst>
              <a:gd name="adj" fmla="val 4286"/>
            </a:avLst>
          </a:prstGeom>
          <a:solidFill>
            <a:srgbClr val="161C22"/>
          </a:solidFill>
          <a:ln w="12700">
            <a:solidFill>
              <a:srgbClr val="2C35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33832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4A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4.23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144000" y="3566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Naïve persistence MAE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4709160"/>
            <a:ext cx="4937760" cy="1280160"/>
          </a:xfrm>
          <a:prstGeom prst="roundRect">
            <a:avLst>
              <a:gd name="adj" fmla="val 4286"/>
            </a:avLst>
          </a:prstGeom>
          <a:solidFill>
            <a:srgbClr val="161C22"/>
          </a:solidFill>
          <a:ln w="12700">
            <a:solidFill>
              <a:srgbClr val="2C35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484632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EC9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+11%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9144000" y="50292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 vs. baseline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6F7B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publish the persistence baseline alongside the model so the gain is provable, not asserted. Emerging-hotspot detection (rolling z-score) flags 28 watch zones before they peak.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C9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IT'S CREDIBLE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Built like an internal tool a department paid for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645920"/>
          </a:xfrm>
          <a:prstGeom prst="roundRect">
            <a:avLst>
              <a:gd name="adj" fmla="val 3333"/>
            </a:avLst>
          </a:prstGeom>
          <a:solidFill>
            <a:srgbClr val="161C22"/>
          </a:solidFill>
          <a:ln w="12700">
            <a:solidFill>
              <a:srgbClr val="2C35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2996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C9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Zero hardcoding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487168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Peak hours, score thresholds, quantile breaks and every filter list are derived at runtime. All tunables sit in one config module.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49240" cy="1645920"/>
          </a:xfrm>
          <a:prstGeom prst="roundRect">
            <a:avLst>
              <a:gd name="adj" fmla="val 3333"/>
            </a:avLst>
          </a:prstGeom>
          <a:solidFill>
            <a:srgbClr val="161C22"/>
          </a:solidFill>
          <a:ln w="12700">
            <a:solidFill>
              <a:srgbClr val="2C35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02996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C9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Intellectual honesty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487168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action_taken / closed timestamps are 100% empty — so we built enforcement analytics on the populated validation lifecycle instead of inventing metrics.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5349240" cy="1645920"/>
          </a:xfrm>
          <a:prstGeom prst="roundRect">
            <a:avLst>
              <a:gd name="adj" fmla="val 3333"/>
            </a:avLst>
          </a:prstGeom>
          <a:solidFill>
            <a:srgbClr val="161C22"/>
          </a:solidFill>
          <a:ln w="12700">
            <a:solidFill>
              <a:srgbClr val="2C35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85876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C9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Reproducible pipeline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4315968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command rebuilds Parquet, scores and the model from the raw CSV in ~30s. Unit tests cover the parsing and scoring core.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657600"/>
            <a:ext cx="5349240" cy="1645920"/>
          </a:xfrm>
          <a:prstGeom prst="roundRect">
            <a:avLst>
              <a:gd name="adj" fmla="val 3333"/>
            </a:avLst>
          </a:prstGeom>
          <a:solidFill>
            <a:srgbClr val="161C22"/>
          </a:solidFill>
          <a:ln w="12700">
            <a:solidFill>
              <a:srgbClr val="2C35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85876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C9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 engineering stack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46520" y="4315968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+ DuckDB + Uber H3 backend with OpenAPI; React + TypeScript + MapLibre / deck.gl command console. Server-side aggregation throughout.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Kesha/Desktop/gridlock/docs/screenshots/03_analyti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0">
              <a:alpha val="8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194560"/>
            <a:ext cx="12191695" cy="2697480"/>
          </a:xfrm>
          <a:prstGeom prst="rect">
            <a:avLst/>
          </a:prstGeom>
          <a:solidFill>
            <a:srgbClr val="0D1013">
              <a:alpha val="9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2468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a 298k-row log to a daily patrol plan.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58368" y="338328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4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one screen, read where to act first, see why each location ranks there, and get warned about emerging hotspots before they peak.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8368" y="4343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   </a:t>
            </a:r>
            <a:pPr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github.com/keshavhacker1609/parksense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2026-06-15T19:20:25Z</dcterms:created>
  <dcterms:modified xsi:type="dcterms:W3CDTF">2026-06-15T19:20:25Z</dcterms:modified>
</cp:coreProperties>
</file>